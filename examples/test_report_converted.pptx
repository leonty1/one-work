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本项目旨在提升团队工作效率，通过引入智能化工具和流程优化，实现业绩目标的突破。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完成情况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2.1 核心指标</a:t>
            </a:r>
          </a:p>
          <a:p>
            <a:pPr/>
            <a:r>
              <a:t>| 指标 | 目标 | 实际 | 完成率 |</a:t>
            </a:r>
          </a:p>
          <a:p>
            <a:pPr/>
            <a:r>
              <a:t>|------|------|------|--------|</a:t>
            </a:r>
          </a:p>
          <a:p>
            <a:pPr/>
            <a:r>
              <a:t>| 销售额 | 1000万 | 1150万 | 115% |</a:t>
            </a:r>
          </a:p>
          <a:p>
            <a:pPr/>
            <a:r>
              <a:t>| 客户数 | 50 | 62 | 124% |</a:t>
            </a:r>
          </a:p>
          <a:p>
            <a:pPr/>
            <a:r>
              <a:t>| 转化率 | 20% | 22% | 110% |</a:t>
            </a:r>
          </a:p>
          <a:p>
            <a:pPr/>
            <a:r>
              <a:t>### 2.2 关键成果</a:t>
            </a:r>
          </a:p>
          <a:p>
            <a:pPr/>
            <a:r>
              <a:t>1. **产品优化**：完成3个核心功能迭代</a:t>
            </a:r>
          </a:p>
          <a:p>
            <a:pPr/>
            <a:r>
              <a:t>2. **团队建设**：新增5名成员</a:t>
            </a:r>
          </a:p>
          <a:p>
            <a:pPr/>
            <a:r>
              <a:t>3. **流程改进**：审批流程缩短50%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存在问题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市场竞争加剧</a:t>
            </a:r>
          </a:p>
          <a:p>
            <a:pPr/>
            <a:r>
              <a:t>- 人才流失率偏高</a:t>
            </a:r>
          </a:p>
          <a:p>
            <a:pPr/>
            <a:r>
              <a:t>- 技术债务累积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下一步计划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加强市场推广</a:t>
            </a:r>
          </a:p>
          <a:p>
            <a:pPr/>
            <a:r>
              <a:t>2. 完善激励机制</a:t>
            </a:r>
          </a:p>
          <a:p>
            <a:pPr/>
            <a:r>
              <a:t>3. 投入技术重构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